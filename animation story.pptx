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5932-9209-2A2E-7241-CDBDB82A6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DE13-A9EB-518C-954A-EEBEC5446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5677C-D113-4AC3-76DB-A1EA52F3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5C49B-988A-EA04-E09D-18628B670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BA19A-4C89-FF52-7965-832155D4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E51A-CE35-78F5-75E8-9354B232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1CCEB-3E19-164C-62E5-160A66C3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7B057-7024-C93E-DA9D-013675D2E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A712A-DBB0-9FD9-F751-EAA76336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EF745-D33E-9067-F442-D5C2F202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4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3B18-1F26-26B7-BE74-A07D85B5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B7462-516E-46CC-6AB7-94E0FF2FF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C2BC7-2B33-B12C-1EA7-A0A502725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B0F6-DD20-768E-A91C-E4AF3BE5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49CC-6399-3E19-376E-AE9E3CD5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6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DA33-E445-1481-2BD6-2291DF7B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54667-28F3-83BD-C396-2B9F3CCC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A5004-937F-9082-0DE1-7579891B3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A5720-C2FB-D087-0761-0A0D540CD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D3335-732B-CDB4-A514-2FB14CBE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F0BB8-6097-D5FB-FE87-88074C18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3B44-925F-EE3C-833B-FA728983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40312-B21C-00D6-0FDC-3FE3FF238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250FB-CB80-525F-D567-6C9FDC7F8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8BB0E-394F-E35D-E66C-FDEE93E69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81FDA-CA87-BDC2-614D-B8F842774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631D6-240C-EC65-857F-01218CFE0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C353A-2C1B-D49B-B191-782B5563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050644-5549-0B22-1B2C-78DC4870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76E3-E8F8-DEE0-BAB5-3EA807EE6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C9578-791E-80F1-AD57-F7BEA8A8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714FA-1862-8E95-691D-ED3DBA43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781AC-6EFA-E8AE-572F-335726B2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3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B3D39-D56C-8474-0561-527CBF20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B59C7-F414-AAFF-775D-59EBFCC2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BC66E-2290-6B79-F012-44B6110F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9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06EF-5830-C588-E080-8A9956916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6D952-B6E3-7F03-1E4F-9918CA029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B4B79-95B1-B037-CA4C-C0A6C9EDE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12C05-C62A-B795-D154-498B6E4D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09037-55E0-D04F-D9C0-C5C687AB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E439A-CE40-A1B8-9B71-F8F57D30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9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6C0-36BB-C13B-C4E1-9C295C47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0E9F8-695C-518D-FB7D-5908791FE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A7EE0-AE86-5031-F773-3DCF2A59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9B5C3-9EA7-F896-0CEE-E0790359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1202D-59D7-928C-0BDF-91C15E879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B3ECE-5FDD-A935-20CB-771F3D45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8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33F0-AAFE-A026-7FC7-9CA1A751E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CB2C1-9BCA-AD38-BBF0-5936CD109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E1C91-15DB-9124-7228-027EF98B7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2F4DC-F262-A59B-6B28-7B8ED32E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90DDC-F810-1537-FBA8-91C43481D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06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43C5CC-525F-DA80-4B3A-E5298181C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609EE-0FF1-0557-C166-3EC9EB4FB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BC8C-9D3D-BD94-516F-4788F8E0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542AE-35EB-96D8-FB8A-E3DA6050F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EA2F3-1F7D-7927-6C26-9B3E7FBD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41A8B-1C2E-8FC5-665A-F9B665FB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8D843-BC25-E45A-3238-E3E5824F2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392A4-7E91-C91A-BA09-6D0AF08E7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D3276-6CE3-4377-82BD-D0AE4F4835D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FDF94-F014-3FA3-A73A-61501F55B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7A925-4057-AED6-612E-28AD16A3F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DF106-8D68-4896-B4E5-3DE7336AE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5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649B54-7748-7CBD-8051-6A5772A34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B8D0EA-6F8B-9851-66C9-CCB4A92BF6DF}"/>
              </a:ext>
            </a:extLst>
          </p:cNvPr>
          <p:cNvSpPr txBox="1"/>
          <p:nvPr/>
        </p:nvSpPr>
        <p:spPr>
          <a:xfrm>
            <a:off x="3590224" y="644893"/>
            <a:ext cx="48415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latin typeface="+mj-lt"/>
              </a:rPr>
              <a:t>The Thirsty Crow</a:t>
            </a:r>
          </a:p>
        </p:txBody>
      </p:sp>
    </p:spTree>
    <p:extLst>
      <p:ext uri="{BB962C8B-B14F-4D97-AF65-F5344CB8AC3E}">
        <p14:creationId xmlns:p14="http://schemas.microsoft.com/office/powerpoint/2010/main" val="139340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67023-64D4-15AA-09B2-A5DAE9C3F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CDDB96-C5CF-F222-10C2-85DBBB5136D7}"/>
              </a:ext>
            </a:extLst>
          </p:cNvPr>
          <p:cNvSpPr txBox="1"/>
          <p:nvPr/>
        </p:nvSpPr>
        <p:spPr>
          <a:xfrm>
            <a:off x="259883" y="654518"/>
            <a:ext cx="4620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there was thirsty crow living in dry forest who was searching for water everywhere but all in vain.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3AF47-4AD5-5FFF-428D-53ECDE7BF891}"/>
              </a:ext>
            </a:extLst>
          </p:cNvPr>
          <p:cNvSpPr txBox="1"/>
          <p:nvPr/>
        </p:nvSpPr>
        <p:spPr>
          <a:xfrm>
            <a:off x="259883" y="1967449"/>
            <a:ext cx="4100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some efforts he saw a pot filled with half of water. The crow wasn’t able to reach the water level in the pot.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0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FF001-427F-7563-F7AE-DDC6F567F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25EBEE-E457-8A1C-9902-85F30B3E1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97" t="79347" r="-898"/>
          <a:stretch>
            <a:fillRect/>
          </a:stretch>
        </p:blipFill>
        <p:spPr>
          <a:xfrm>
            <a:off x="2646947" y="5996537"/>
            <a:ext cx="1655545" cy="577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B78944-CD09-24D8-E788-F7AAEBE19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558" y="4568095"/>
            <a:ext cx="2646947" cy="2362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A52C5A-240A-745C-DA6C-85ADE9056849}"/>
              </a:ext>
            </a:extLst>
          </p:cNvPr>
          <p:cNvSpPr txBox="1"/>
          <p:nvPr/>
        </p:nvSpPr>
        <p:spPr>
          <a:xfrm>
            <a:off x="304800" y="779646"/>
            <a:ext cx="4459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 started picking pebbles from nearby and filled the pot with them.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9D636-D038-69B0-C8B5-4BD8E936B0F6}"/>
              </a:ext>
            </a:extLst>
          </p:cNvPr>
          <p:cNvSpPr txBox="1"/>
          <p:nvPr/>
        </p:nvSpPr>
        <p:spPr>
          <a:xfrm>
            <a:off x="304800" y="1761423"/>
            <a:ext cx="4533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result, the crow was able to reach the water level in the pot and drank it.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84607D-5CBF-F62C-3CD9-B2AC9AFE3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70" t="80892"/>
          <a:stretch>
            <a:fillRect/>
          </a:stretch>
        </p:blipFill>
        <p:spPr>
          <a:xfrm>
            <a:off x="2425566" y="5361272"/>
            <a:ext cx="1963554" cy="105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6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DA1537-EA66-DFFB-A2EF-313C860C3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258D73-2B91-64F6-DF01-3977D2D98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750" y="4677879"/>
            <a:ext cx="2882546" cy="21801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227FC7-18B9-6D9E-5968-9F205078D962}"/>
              </a:ext>
            </a:extLst>
          </p:cNvPr>
          <p:cNvSpPr txBox="1"/>
          <p:nvPr/>
        </p:nvSpPr>
        <p:spPr>
          <a:xfrm>
            <a:off x="365760" y="881754"/>
            <a:ext cx="3763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 drank the water and fulfilled his thirst and flew back happily proving that he was a clever crow.</a:t>
            </a:r>
          </a:p>
        </p:txBody>
      </p:sp>
    </p:spTree>
    <p:extLst>
      <p:ext uri="{BB962C8B-B14F-4D97-AF65-F5344CB8AC3E}">
        <p14:creationId xmlns:p14="http://schemas.microsoft.com/office/powerpoint/2010/main" val="184862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102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Tehreem Mustafa</dc:creator>
  <cp:lastModifiedBy>Tehreem Mustafa</cp:lastModifiedBy>
  <cp:revision>2</cp:revision>
  <dcterms:created xsi:type="dcterms:W3CDTF">2025-10-12T06:38:41Z</dcterms:created>
  <dcterms:modified xsi:type="dcterms:W3CDTF">2025-10-15T04:47:17Z</dcterms:modified>
</cp:coreProperties>
</file>